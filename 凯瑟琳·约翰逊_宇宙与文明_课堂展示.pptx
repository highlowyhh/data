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8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23444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F2F6FC"/>
                </a:solidFill>
                <a:latin typeface="Microsoft YaHei"/>
              </a:rPr>
              <a:t>当数学改变人类探索宇宙的方式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20116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5CB7FF"/>
                </a:solidFill>
                <a:latin typeface="Microsoft YaHei"/>
              </a:rPr>
              <a:t>凯瑟琳·约翰逊（Katherine Johnson）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2880360"/>
            <a:ext cx="6400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AABED7"/>
                </a:solidFill>
                <a:latin typeface="Microsoft YaHei"/>
              </a:rPr>
              <a:t>宇宙与文明 · 课堂展示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5074920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F5C350"/>
                </a:solidFill>
                <a:latin typeface="Microsoft YaHei"/>
              </a:rPr>
              <a:t>从一串轨道数据，到人类第一次进入太空、登上月球。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0292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2F6FC"/>
                </a:solidFill>
                <a:latin typeface="Microsoft YaHei"/>
              </a:rPr>
              <a:t>如果电脑给出的轨道数据，你敢直接相信吗？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0">
                <a:solidFill>
                  <a:srgbClr val="F2F6FC"/>
                </a:solidFill>
                <a:latin typeface="Microsoft YaHei"/>
              </a:rPr>
              <a:t>1962 年，约翰·格伦准备乘“水星-友谊7号”进入地球轨道。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0">
                <a:solidFill>
                  <a:srgbClr val="F2F6FC"/>
                </a:solidFill>
                <a:latin typeface="Microsoft YaHei"/>
              </a:rPr>
              <a:t>NASA 已开始使用 IBM 计算机计算飞行轨迹，但格伦要求：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429000"/>
            <a:ext cx="97840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5C350"/>
                </a:solidFill>
                <a:latin typeface="Microsoft YaHei"/>
              </a:rPr>
              <a:t>“让凯瑟琳·约翰逊亲自检查一遍。”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709160"/>
            <a:ext cx="10241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5CB7FF"/>
                </a:solidFill>
                <a:latin typeface="Microsoft YaHei"/>
              </a:rPr>
              <a:t>她不是“操作电脑的人”，而是负责把数学变成可信航天轨迹的人。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0292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2F6FC"/>
                </a:solidFill>
                <a:latin typeface="Microsoft YaHei"/>
              </a:rPr>
              <a:t>她是谁？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70432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AABED7"/>
                </a:solidFill>
                <a:latin typeface="Microsoft YaHei"/>
              </a:rPr>
              <a:t>Katherine Coleman Johnson · 1918–2020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F2F6FC"/>
                </a:solidFill>
                <a:latin typeface="Microsoft YaHei"/>
              </a:rPr>
              <a:t>• 美国数学家，长期在 NACA / NASA 工作，被称为“人类计算机”之一。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60320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F2F6FC"/>
                </a:solidFill>
                <a:latin typeface="Microsoft YaHei"/>
              </a:rPr>
              <a:t>• 在当时的美国社会环境下，她同时面对种族与性别带来的限制。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83280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F2F6FC"/>
                </a:solidFill>
                <a:latin typeface="Microsoft YaHei"/>
              </a:rPr>
              <a:t>• 她最重要的价值，不只是“算得快”，而是能把复杂数学用于真实的飞行任务。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06240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F2F6FC"/>
                </a:solidFill>
                <a:latin typeface="Microsoft YaHei"/>
              </a:rPr>
              <a:t>• 她参与了水星计划、阿波罗计划等关键航天任务的轨道计算。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0292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2F6FC"/>
                </a:solidFill>
                <a:latin typeface="Microsoft YaHei"/>
              </a:rPr>
              <a:t>从“人肉计算机”到航天数学家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70432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AABED7"/>
                </a:solidFill>
                <a:latin typeface="Microsoft YaHei"/>
              </a:rPr>
              <a:t>她真正解决的是：人类到底会飞到哪里？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2F6FC"/>
                </a:solidFill>
                <a:latin typeface="Microsoft YaHei"/>
              </a:rPr>
              <a:t>航天器的运动可以用数学描述。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14600"/>
            <a:ext cx="10058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5CB7FF"/>
                </a:solidFill>
                <a:latin typeface="Microsoft YaHei"/>
              </a:rPr>
              <a:t>位置 → 速度 → 时间 → 引力 → 轨道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4290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>
                <a:solidFill>
                  <a:srgbClr val="F2F6FC"/>
                </a:solidFill>
                <a:latin typeface="Microsoft YaHei"/>
              </a:rPr>
              <a:t>只要初始条件和模型足够准确，就能预测航天器下一刻的位置，反过来也能设计出应该怎样飞。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9834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5C350"/>
                </a:solidFill>
                <a:latin typeface="Microsoft YaHei"/>
              </a:rPr>
              <a:t>她把抽象的数学，变成了可以执行的飞行路线。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0292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2F6FC"/>
                </a:solidFill>
                <a:latin typeface="Microsoft YaHei"/>
              </a:rPr>
              <a:t>1962：让约翰·格伦放心飞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70432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AABED7"/>
                </a:solidFill>
                <a:latin typeface="Microsoft YaHei"/>
              </a:rPr>
              <a:t>数学的价值，有时就是在最后一刻给出“我确认过了”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0">
                <a:solidFill>
                  <a:srgbClr val="F2F6FC"/>
                </a:solidFill>
                <a:latin typeface="Microsoft YaHei"/>
              </a:rPr>
              <a:t>• 水星计划的载人飞行需要极高精度的轨道计算。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42032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0">
                <a:solidFill>
                  <a:srgbClr val="F2F6FC"/>
                </a:solidFill>
                <a:latin typeface="Microsoft YaHei"/>
              </a:rPr>
              <a:t>• NASA 使用电子计算机处理越来越复杂的计算任务。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46704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0">
                <a:solidFill>
                  <a:srgbClr val="F2F6FC"/>
                </a:solidFill>
                <a:latin typeface="Microsoft YaHei"/>
              </a:rPr>
              <a:t>• 格伦在飞行前要求约翰逊独立核对计算结果。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51376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0">
                <a:solidFill>
                  <a:srgbClr val="F2F6FC"/>
                </a:solidFill>
                <a:latin typeface="Microsoft YaHei"/>
              </a:rPr>
              <a:t>• 约翰逊的人工复核，让“机器算出的数字”获得了人的信任。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166360"/>
            <a:ext cx="10424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5C350"/>
                </a:solidFill>
                <a:latin typeface="Microsoft YaHei"/>
              </a:rPr>
              <a:t>关键不是“人比电脑强”，而是：关键系统需要验证。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0292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2F6FC"/>
                </a:solidFill>
                <a:latin typeface="Microsoft YaHei"/>
              </a:rPr>
              <a:t>她的工作并没有随着第一次载人飞行结束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70432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AABED7"/>
                </a:solidFill>
                <a:latin typeface="Microsoft YaHei"/>
              </a:rPr>
              <a:t>从水星计划走向阿波罗计划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F2F6FC"/>
                </a:solidFill>
                <a:latin typeface="Microsoft YaHei"/>
              </a:rPr>
              <a:t>• 继续参与美国载人航天任务的轨道与飞行计算。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42032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F2F6FC"/>
                </a:solidFill>
                <a:latin typeface="Microsoft YaHei"/>
              </a:rPr>
              <a:t>• 为阿波罗计划相关任务提供计算与分析工作。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46704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F2F6FC"/>
                </a:solidFill>
                <a:latin typeface="Microsoft YaHei"/>
              </a:rPr>
              <a:t>• 她后来参与研究航天器轨道、返回路径等问题。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51376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F2F6FC"/>
                </a:solidFill>
                <a:latin typeface="Microsoft YaHei"/>
              </a:rPr>
              <a:t>• 2015 年获美国总统自由勋章；她的故事也因 2016 年电影《Hidden Figures》被更多人认识。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0292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2F6FC"/>
                </a:solidFill>
                <a:latin typeface="Microsoft YaHei"/>
              </a:rPr>
              <a:t>为什么她值得放进“宇宙与文明”？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70432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AABED7"/>
                </a:solidFill>
                <a:latin typeface="Microsoft YaHei"/>
              </a:rPr>
              <a:t>她改变的不只是一次飞行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F2F6FC"/>
                </a:solidFill>
                <a:latin typeface="Microsoft YaHei"/>
              </a:rPr>
              <a:t>• 第一层：科学——数学成为探索宇宙的工具。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23744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F2F6FC"/>
                </a:solidFill>
                <a:latin typeface="Microsoft YaHei"/>
              </a:rPr>
              <a:t>• 第二层：工程——计算结果必须被验证，才能进入真实系统。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10128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F2F6FC"/>
                </a:solidFill>
                <a:latin typeface="Microsoft YaHei"/>
              </a:rPr>
              <a:t>• 第三层：社会——她在限制重重的环境中证明了能力不该由身份决定。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096512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F2F6FC"/>
                </a:solidFill>
                <a:latin typeface="Microsoft YaHei"/>
              </a:rPr>
              <a:t>• 第四层：文明——人类探索宇宙从来不是某一个人的奇迹，而是知识、工具与人的协作。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0292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2F6FC"/>
                </a:solidFill>
                <a:latin typeface="Microsoft YaHei"/>
              </a:rPr>
              <a:t>这也是我为什么想讲她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70432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AABED7"/>
                </a:solidFill>
                <a:latin typeface="Microsoft YaHei"/>
              </a:rPr>
              <a:t>把“宇宙”与我自己的专业兴趣连起来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F2F6FC"/>
                </a:solidFill>
                <a:latin typeface="Microsoft YaHei"/>
              </a:rPr>
              <a:t>• 我一直对编程、计算机和宇宙探索都很感兴趣。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42032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F2F6FC"/>
                </a:solidFill>
                <a:latin typeface="Microsoft YaHei"/>
              </a:rPr>
              <a:t>• 以前我更容易把“探索宇宙”想象成火箭、发动机和巨大的工程。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46704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F2F6FC"/>
                </a:solidFill>
                <a:latin typeface="Microsoft YaHei"/>
              </a:rPr>
              <a:t>• 约翰逊让我看到：一行公式、一组数据，也可以成为人类进入太空的基础。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51376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F2F6FC"/>
                </a:solidFill>
                <a:latin typeface="Microsoft YaHei"/>
              </a:rPr>
              <a:t>• 今天的程序、算法和人工智能，某种意义上也在延续这种“让计算参与探索”的道路。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123444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F2F6FC"/>
                </a:solidFill>
                <a:latin typeface="Microsoft YaHei"/>
              </a:rPr>
              <a:t>真正推动人类走向宇宙的，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74519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800" b="1">
                <a:solidFill>
                  <a:srgbClr val="F5C350"/>
                </a:solidFill>
                <a:latin typeface="Microsoft YaHei"/>
              </a:rPr>
              <a:t>不只是火箭。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97180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500" b="1">
                <a:solidFill>
                  <a:srgbClr val="5CB7FF"/>
                </a:solidFill>
                <a:latin typeface="Microsoft YaHei"/>
              </a:rPr>
              <a:t>还有那些把世界写进公式、把公式变成轨迹的人。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069080"/>
            <a:ext cx="9966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>
                <a:solidFill>
                  <a:srgbClr val="F2F6FC"/>
                </a:solidFill>
                <a:latin typeface="Microsoft YaHei"/>
              </a:rPr>
              <a:t>凯瑟琳·约翰逊的故事让我看到：
文明的进步，有时始于一个人认真算对一个数字。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0292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2F6FC"/>
                </a:solidFill>
                <a:latin typeface="Microsoft YaHei"/>
              </a:rPr>
              <a:t>参考资料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2F6FC"/>
                </a:solidFill>
                <a:latin typeface="Microsoft YaHei"/>
              </a:rPr>
              <a:t>• NASA — Katherine G. Johnson biography / People of NASA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14600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2F6FC"/>
                </a:solidFill>
                <a:latin typeface="Microsoft YaHei"/>
              </a:rPr>
              <a:t>• NASA Science — Hidden Figures and Katherine Johnson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91839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2F6FC"/>
                </a:solidFill>
                <a:latin typeface="Microsoft YaHei"/>
              </a:rPr>
              <a:t>• NASA — Katherine Johnson: mathematician and aerospace pioneer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069079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2F6FC"/>
                </a:solidFill>
                <a:latin typeface="Microsoft YaHei"/>
              </a:rPr>
              <a:t>• 电影《Hidden Figures》（2016），用于了解人物故事与时代背景；电影情节与史实并非完全一一对应。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329</Words>
  <Application>Microsoft Office PowerPoint</Application>
  <PresentationFormat>宽屏</PresentationFormat>
  <Paragraphs>55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4" baseType="lpstr">
      <vt:lpstr>Microsoft YaHei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ELECTRON X</dc:creator>
  <cp:keywords/>
  <dc:description>generated using python-pptx</dc:description>
  <cp:lastModifiedBy>ELECTRON X</cp:lastModifiedBy>
  <cp:revision>2</cp:revision>
  <dcterms:created xsi:type="dcterms:W3CDTF">2013-01-27T09:14:16Z</dcterms:created>
  <dcterms:modified xsi:type="dcterms:W3CDTF">2026-10-21T10:19:51Z</dcterms:modified>
  <cp:category/>
</cp:coreProperties>
</file>